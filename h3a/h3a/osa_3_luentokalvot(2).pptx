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4" r:id="rId4"/>
    <p:sldId id="257" r:id="rId5"/>
    <p:sldId id="265" r:id="rId6"/>
    <p:sldId id="266" r:id="rId7"/>
    <p:sldId id="267" r:id="rId8"/>
    <p:sldId id="269" r:id="rId9"/>
  </p:sldIdLst>
  <p:sldSz cx="9144000" cy="6858000" type="screen4x3"/>
  <p:notesSz cx="7102475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720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475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i Jyrkkä" userId="0182d398-07c2-4430-a729-36d10ccea248" providerId="ADAL" clId="{8B2CB2A7-6493-40C2-9302-E371363B06D4}"/>
    <pc:docChg chg="undo custSel addSld modSld">
      <pc:chgData name="Kari Jyrkkä" userId="0182d398-07c2-4430-a729-36d10ccea248" providerId="ADAL" clId="{8B2CB2A7-6493-40C2-9302-E371363B06D4}" dt="2023-01-23T13:38:53.057" v="1084" actId="26606"/>
      <pc:docMkLst>
        <pc:docMk/>
      </pc:docMkLst>
      <pc:sldChg chg="modSp mod">
        <pc:chgData name="Kari Jyrkkä" userId="0182d398-07c2-4430-a729-36d10ccea248" providerId="ADAL" clId="{8B2CB2A7-6493-40C2-9302-E371363B06D4}" dt="2023-01-23T10:10:32.910" v="37" actId="20577"/>
        <pc:sldMkLst>
          <pc:docMk/>
          <pc:sldMk cId="2766281965" sldId="256"/>
        </pc:sldMkLst>
        <pc:spChg chg="mod">
          <ac:chgData name="Kari Jyrkkä" userId="0182d398-07c2-4430-a729-36d10ccea248" providerId="ADAL" clId="{8B2CB2A7-6493-40C2-9302-E371363B06D4}" dt="2023-01-23T10:10:21.710" v="21" actId="20577"/>
          <ac:spMkLst>
            <pc:docMk/>
            <pc:sldMk cId="2766281965" sldId="256"/>
            <ac:spMk id="2" creationId="{00000000-0000-0000-0000-000000000000}"/>
          </ac:spMkLst>
        </pc:spChg>
        <pc:spChg chg="mod">
          <ac:chgData name="Kari Jyrkkä" userId="0182d398-07c2-4430-a729-36d10ccea248" providerId="ADAL" clId="{8B2CB2A7-6493-40C2-9302-E371363B06D4}" dt="2023-01-23T10:10:32.910" v="37" actId="20577"/>
          <ac:spMkLst>
            <pc:docMk/>
            <pc:sldMk cId="2766281965" sldId="256"/>
            <ac:spMk id="3" creationId="{00000000-0000-0000-0000-000000000000}"/>
          </ac:spMkLst>
        </pc:spChg>
      </pc:sldChg>
      <pc:sldChg chg="delSp modSp mod">
        <pc:chgData name="Kari Jyrkkä" userId="0182d398-07c2-4430-a729-36d10ccea248" providerId="ADAL" clId="{8B2CB2A7-6493-40C2-9302-E371363B06D4}" dt="2023-01-23T10:11:06.164" v="45" actId="478"/>
        <pc:sldMkLst>
          <pc:docMk/>
          <pc:sldMk cId="4180989706" sldId="264"/>
        </pc:sldMkLst>
        <pc:spChg chg="mod">
          <ac:chgData name="Kari Jyrkkä" userId="0182d398-07c2-4430-a729-36d10ccea248" providerId="ADAL" clId="{8B2CB2A7-6493-40C2-9302-E371363B06D4}" dt="2023-01-23T10:10:50.569" v="42" actId="20577"/>
          <ac:spMkLst>
            <pc:docMk/>
            <pc:sldMk cId="4180989706" sldId="264"/>
            <ac:spMk id="2" creationId="{00000000-0000-0000-0000-000000000000}"/>
          </ac:spMkLst>
        </pc:spChg>
        <pc:spChg chg="del mod">
          <ac:chgData name="Kari Jyrkkä" userId="0182d398-07c2-4430-a729-36d10ccea248" providerId="ADAL" clId="{8B2CB2A7-6493-40C2-9302-E371363B06D4}" dt="2023-01-23T10:11:06.164" v="45" actId="478"/>
          <ac:spMkLst>
            <pc:docMk/>
            <pc:sldMk cId="4180989706" sldId="264"/>
            <ac:spMk id="3" creationId="{00000000-0000-0000-0000-000000000000}"/>
          </ac:spMkLst>
        </pc:spChg>
      </pc:sldChg>
      <pc:sldChg chg="modSp new mod">
        <pc:chgData name="Kari Jyrkkä" userId="0182d398-07c2-4430-a729-36d10ccea248" providerId="ADAL" clId="{8B2CB2A7-6493-40C2-9302-E371363B06D4}" dt="2023-01-23T10:20:53.819" v="1050" actId="20577"/>
        <pc:sldMkLst>
          <pc:docMk/>
          <pc:sldMk cId="4053730037" sldId="268"/>
        </pc:sldMkLst>
        <pc:spChg chg="mod">
          <ac:chgData name="Kari Jyrkkä" userId="0182d398-07c2-4430-a729-36d10ccea248" providerId="ADAL" clId="{8B2CB2A7-6493-40C2-9302-E371363B06D4}" dt="2023-01-23T10:12:29.937" v="62" actId="5793"/>
          <ac:spMkLst>
            <pc:docMk/>
            <pc:sldMk cId="4053730037" sldId="268"/>
            <ac:spMk id="2" creationId="{351369C5-501E-FB6F-656D-195E42856A67}"/>
          </ac:spMkLst>
        </pc:spChg>
        <pc:spChg chg="mod">
          <ac:chgData name="Kari Jyrkkä" userId="0182d398-07c2-4430-a729-36d10ccea248" providerId="ADAL" clId="{8B2CB2A7-6493-40C2-9302-E371363B06D4}" dt="2023-01-23T10:20:53.819" v="1050" actId="20577"/>
          <ac:spMkLst>
            <pc:docMk/>
            <pc:sldMk cId="4053730037" sldId="268"/>
            <ac:spMk id="3" creationId="{A1EE9F8D-AFC5-7358-23D4-1FE73C00089D}"/>
          </ac:spMkLst>
        </pc:spChg>
      </pc:sldChg>
      <pc:sldChg chg="addSp delSp modSp new mod setBg modClrScheme chgLayout">
        <pc:chgData name="Kari Jyrkkä" userId="0182d398-07c2-4430-a729-36d10ccea248" providerId="ADAL" clId="{8B2CB2A7-6493-40C2-9302-E371363B06D4}" dt="2023-01-23T13:38:53.057" v="1084" actId="26606"/>
        <pc:sldMkLst>
          <pc:docMk/>
          <pc:sldMk cId="1421355129" sldId="269"/>
        </pc:sldMkLst>
        <pc:spChg chg="del mod ord">
          <ac:chgData name="Kari Jyrkkä" userId="0182d398-07c2-4430-a729-36d10ccea248" providerId="ADAL" clId="{8B2CB2A7-6493-40C2-9302-E371363B06D4}" dt="2023-01-23T13:38:05.922" v="1053" actId="700"/>
          <ac:spMkLst>
            <pc:docMk/>
            <pc:sldMk cId="1421355129" sldId="269"/>
            <ac:spMk id="2" creationId="{7BA41FD2-4E2A-B2AD-5B37-F944F212BECA}"/>
          </ac:spMkLst>
        </pc:spChg>
        <pc:spChg chg="del">
          <ac:chgData name="Kari Jyrkkä" userId="0182d398-07c2-4430-a729-36d10ccea248" providerId="ADAL" clId="{8B2CB2A7-6493-40C2-9302-E371363B06D4}" dt="2023-01-23T13:38:05.922" v="1053" actId="700"/>
          <ac:spMkLst>
            <pc:docMk/>
            <pc:sldMk cId="1421355129" sldId="269"/>
            <ac:spMk id="3" creationId="{63B7CE61-28E1-B66D-52B0-B70058850244}"/>
          </ac:spMkLst>
        </pc:spChg>
        <pc:spChg chg="add mod ord">
          <ac:chgData name="Kari Jyrkkä" userId="0182d398-07c2-4430-a729-36d10ccea248" providerId="ADAL" clId="{8B2CB2A7-6493-40C2-9302-E371363B06D4}" dt="2023-01-23T13:38:53.057" v="1084" actId="26606"/>
          <ac:spMkLst>
            <pc:docMk/>
            <pc:sldMk cId="1421355129" sldId="269"/>
            <ac:spMk id="6" creationId="{35A9D99E-E681-D24A-E5F3-FB2B6931B3C3}"/>
          </ac:spMkLst>
        </pc:spChg>
        <pc:spChg chg="add del">
          <ac:chgData name="Kari Jyrkkä" userId="0182d398-07c2-4430-a729-36d10ccea248" providerId="ADAL" clId="{8B2CB2A7-6493-40C2-9302-E371363B06D4}" dt="2023-01-23T13:38:46.386" v="1079" actId="26606"/>
          <ac:spMkLst>
            <pc:docMk/>
            <pc:sldMk cId="1421355129" sldId="269"/>
            <ac:spMk id="8" creationId="{19D32F93-50AC-4C46-A5DB-291C60DDB7BD}"/>
          </ac:spMkLst>
        </pc:spChg>
        <pc:spChg chg="add del">
          <ac:chgData name="Kari Jyrkkä" userId="0182d398-07c2-4430-a729-36d10ccea248" providerId="ADAL" clId="{8B2CB2A7-6493-40C2-9302-E371363B06D4}" dt="2023-01-23T13:38:42.396" v="1075" actId="26606"/>
          <ac:spMkLst>
            <pc:docMk/>
            <pc:sldMk cId="1421355129" sldId="269"/>
            <ac:spMk id="11" creationId="{3B47FC9C-2ED3-4100-A4EF-E8CDFEE106C9}"/>
          </ac:spMkLst>
        </pc:spChg>
        <pc:spChg chg="add del">
          <ac:chgData name="Kari Jyrkkä" userId="0182d398-07c2-4430-a729-36d10ccea248" providerId="ADAL" clId="{8B2CB2A7-6493-40C2-9302-E371363B06D4}" dt="2023-01-23T13:38:46.386" v="1079" actId="26606"/>
          <ac:spMkLst>
            <pc:docMk/>
            <pc:sldMk cId="1421355129" sldId="269"/>
            <ac:spMk id="13" creationId="{86FD7672-78BE-4D6F-A711-2CDB79B52DFF}"/>
          </ac:spMkLst>
        </pc:spChg>
        <pc:spChg chg="add del">
          <ac:chgData name="Kari Jyrkkä" userId="0182d398-07c2-4430-a729-36d10ccea248" providerId="ADAL" clId="{8B2CB2A7-6493-40C2-9302-E371363B06D4}" dt="2023-01-23T13:38:46.386" v="1079" actId="26606"/>
          <ac:spMkLst>
            <pc:docMk/>
            <pc:sldMk cId="1421355129" sldId="269"/>
            <ac:spMk id="15" creationId="{827DC2C4-B485-428A-BF4A-472D2967F47F}"/>
          </ac:spMkLst>
        </pc:spChg>
        <pc:spChg chg="add del">
          <ac:chgData name="Kari Jyrkkä" userId="0182d398-07c2-4430-a729-36d10ccea248" providerId="ADAL" clId="{8B2CB2A7-6493-40C2-9302-E371363B06D4}" dt="2023-01-23T13:38:46.386" v="1079" actId="26606"/>
          <ac:spMkLst>
            <pc:docMk/>
            <pc:sldMk cId="1421355129" sldId="269"/>
            <ac:spMk id="17" creationId="{4A62647B-1222-407C-8740-5A497612B1F5}"/>
          </ac:spMkLst>
        </pc:spChg>
        <pc:spChg chg="add del">
          <ac:chgData name="Kari Jyrkkä" userId="0182d398-07c2-4430-a729-36d10ccea248" providerId="ADAL" clId="{8B2CB2A7-6493-40C2-9302-E371363B06D4}" dt="2023-01-23T13:38:50.227" v="1081" actId="26606"/>
          <ac:spMkLst>
            <pc:docMk/>
            <pc:sldMk cId="1421355129" sldId="269"/>
            <ac:spMk id="18" creationId="{B81933D1-5615-42C7-9C0B-4EB7105CCE2D}"/>
          </ac:spMkLst>
        </pc:spChg>
        <pc:spChg chg="add del">
          <ac:chgData name="Kari Jyrkkä" userId="0182d398-07c2-4430-a729-36d10ccea248" providerId="ADAL" clId="{8B2CB2A7-6493-40C2-9302-E371363B06D4}" dt="2023-01-23T13:38:50.227" v="1081" actId="26606"/>
          <ac:spMkLst>
            <pc:docMk/>
            <pc:sldMk cId="1421355129" sldId="269"/>
            <ac:spMk id="19" creationId="{47942995-B07F-4636-9A06-C6A104B260A8}"/>
          </ac:spMkLst>
        </pc:spChg>
        <pc:spChg chg="add del">
          <ac:chgData name="Kari Jyrkkä" userId="0182d398-07c2-4430-a729-36d10ccea248" providerId="ADAL" clId="{8B2CB2A7-6493-40C2-9302-E371363B06D4}" dt="2023-01-23T13:38:50.227" v="1081" actId="26606"/>
          <ac:spMkLst>
            <pc:docMk/>
            <pc:sldMk cId="1421355129" sldId="269"/>
            <ac:spMk id="20" creationId="{19C9EAEA-39D0-4B0E-A0EB-51E7B26740B1}"/>
          </ac:spMkLst>
        </pc:spChg>
        <pc:spChg chg="add del">
          <ac:chgData name="Kari Jyrkkä" userId="0182d398-07c2-4430-a729-36d10ccea248" providerId="ADAL" clId="{8B2CB2A7-6493-40C2-9302-E371363B06D4}" dt="2023-01-23T13:38:53.055" v="1083" actId="26606"/>
          <ac:spMkLst>
            <pc:docMk/>
            <pc:sldMk cId="1421355129" sldId="269"/>
            <ac:spMk id="24" creationId="{1825AC39-5F85-4CAA-8A81-A1287086B2B6}"/>
          </ac:spMkLst>
        </pc:spChg>
        <pc:spChg chg="add del">
          <ac:chgData name="Kari Jyrkkä" userId="0182d398-07c2-4430-a729-36d10ccea248" providerId="ADAL" clId="{8B2CB2A7-6493-40C2-9302-E371363B06D4}" dt="2023-01-23T13:38:53.055" v="1083" actId="26606"/>
          <ac:spMkLst>
            <pc:docMk/>
            <pc:sldMk cId="1421355129" sldId="269"/>
            <ac:spMk id="25" creationId="{95DA4D23-37FC-4B90-8188-F0377C5FF44B}"/>
          </ac:spMkLst>
        </pc:spChg>
        <pc:spChg chg="add del">
          <ac:chgData name="Kari Jyrkkä" userId="0182d398-07c2-4430-a729-36d10ccea248" providerId="ADAL" clId="{8B2CB2A7-6493-40C2-9302-E371363B06D4}" dt="2023-01-23T13:38:53.055" v="1083" actId="26606"/>
          <ac:spMkLst>
            <pc:docMk/>
            <pc:sldMk cId="1421355129" sldId="269"/>
            <ac:spMk id="26" creationId="{A7A4B465-FBCC-4CD4-89A1-82992A7B47FF}"/>
          </ac:spMkLst>
        </pc:spChg>
        <pc:spChg chg="add del">
          <ac:chgData name="Kari Jyrkkä" userId="0182d398-07c2-4430-a729-36d10ccea248" providerId="ADAL" clId="{8B2CB2A7-6493-40C2-9302-E371363B06D4}" dt="2023-01-23T13:38:53.055" v="1083" actId="26606"/>
          <ac:spMkLst>
            <pc:docMk/>
            <pc:sldMk cId="1421355129" sldId="269"/>
            <ac:spMk id="27" creationId="{909E572F-9CDC-4214-9D42-FF0017649590}"/>
          </ac:spMkLst>
        </pc:spChg>
        <pc:grpChg chg="add del">
          <ac:chgData name="Kari Jyrkkä" userId="0182d398-07c2-4430-a729-36d10ccea248" providerId="ADAL" clId="{8B2CB2A7-6493-40C2-9302-E371363B06D4}" dt="2023-01-23T13:38:50.227" v="1081" actId="26606"/>
          <ac:grpSpMkLst>
            <pc:docMk/>
            <pc:sldMk cId="1421355129" sldId="269"/>
            <ac:grpSpMk id="21" creationId="{032D8612-31EB-44CF-A1D0-14FD4C705424}"/>
          </ac:grpSpMkLst>
        </pc:grpChg>
        <pc:picChg chg="add mod">
          <ac:chgData name="Kari Jyrkkä" userId="0182d398-07c2-4430-a729-36d10ccea248" providerId="ADAL" clId="{8B2CB2A7-6493-40C2-9302-E371363B06D4}" dt="2023-01-23T13:38:53.057" v="1084" actId="26606"/>
          <ac:picMkLst>
            <pc:docMk/>
            <pc:sldMk cId="1421355129" sldId="269"/>
            <ac:picMk id="5" creationId="{9F4A0E76-09D1-6182-F843-E26E7FB8F2A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9D7C-DB1D-4A6D-B280-3E795513477C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827C4-58A2-4753-8B7F-81B138B79F5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D:\Google Drive\OAMK\Kuvia\www_sivut_ja_sahkoiset_esitykset_suomeksi_varillinen-06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5771" y="95783"/>
            <a:ext cx="1207407" cy="560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411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816" y="274638"/>
            <a:ext cx="8672660" cy="96693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243" y="1291905"/>
            <a:ext cx="8634953" cy="483425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9D7C-DB1D-4A6D-B280-3E795513477C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827C4-58A2-4753-8B7F-81B138B79F5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2" descr="D:\Google Drive\OAMK\Kuvia\www_sivut_ja_sahkoiset_esitykset_suomeksi_varillinen-06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5771" y="95783"/>
            <a:ext cx="1207407" cy="560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7528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9D7C-DB1D-4A6D-B280-3E795513477C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827C4-58A2-4753-8B7F-81B138B79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672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9D7C-DB1D-4A6D-B280-3E795513477C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827C4-58A2-4753-8B7F-81B138B79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968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9D7C-DB1D-4A6D-B280-3E795513477C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827C4-58A2-4753-8B7F-81B138B79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647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9D7C-DB1D-4A6D-B280-3E795513477C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827C4-58A2-4753-8B7F-81B138B79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8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9D7C-DB1D-4A6D-B280-3E795513477C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827C4-58A2-4753-8B7F-81B138B79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45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9D7C-DB1D-4A6D-B280-3E795513477C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827C4-58A2-4753-8B7F-81B138B79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966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9D7C-DB1D-4A6D-B280-3E795513477C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827C4-58A2-4753-8B7F-81B138B79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853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9D7C-DB1D-4A6D-B280-3E795513477C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827C4-58A2-4753-8B7F-81B138B79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775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9D7C-DB1D-4A6D-B280-3E795513477C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827C4-58A2-4753-8B7F-81B138B79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57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C09D7C-DB1D-4A6D-B280-3E795513477C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827C4-58A2-4753-8B7F-81B138B79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91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i-FI" dirty="0"/>
              <a:t>Olio-ohjelmointi ja oliopohjainen suunnittelu</a:t>
            </a:r>
            <a:br>
              <a:rPr lang="fi-FI" dirty="0"/>
            </a:br>
            <a:br>
              <a:rPr lang="fi-FI" dirty="0"/>
            </a:br>
            <a:r>
              <a:rPr lang="fi-FI" dirty="0"/>
              <a:t>Osa 3: Periytyminen ja virtuaalifunktiot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863402"/>
            <a:ext cx="6400800" cy="775398"/>
          </a:xfrm>
        </p:spPr>
        <p:txBody>
          <a:bodyPr>
            <a:normAutofit/>
          </a:bodyPr>
          <a:lstStyle/>
          <a:p>
            <a:r>
              <a:rPr lang="fi-FI" sz="2400" dirty="0"/>
              <a:t>Opettajat: Teemu Leppänen ja Kari Jyrkkä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66281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369C5-501E-FB6F-656D-195E42856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Asiat tänään…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E9F8D-AFC5-7358-23D4-1FE73C000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fi-FI" dirty="0"/>
              <a:t>Kertausta, mitä tähän asti on toivottavasti opittu?</a:t>
            </a:r>
          </a:p>
          <a:p>
            <a:pPr marL="857250" lvl="1" indent="-457200">
              <a:buFont typeface="+mj-lt"/>
              <a:buAutoNum type="arabicPeriod"/>
            </a:pPr>
            <a:r>
              <a:rPr lang="fi-FI" dirty="0"/>
              <a:t>Luokan (</a:t>
            </a:r>
            <a:r>
              <a:rPr lang="fi-FI" dirty="0" err="1"/>
              <a:t>class</a:t>
            </a:r>
            <a:r>
              <a:rPr lang="fi-FI" dirty="0"/>
              <a:t>) määrittely tehdään yleensä *.h tiedostoon</a:t>
            </a:r>
          </a:p>
          <a:p>
            <a:pPr marL="857250" lvl="1" indent="-457200">
              <a:buFont typeface="+mj-lt"/>
              <a:buAutoNum type="arabicPeriod"/>
            </a:pPr>
            <a:r>
              <a:rPr lang="fi-FI" dirty="0"/>
              <a:t>Luokan metodien toteutus *.</a:t>
            </a:r>
            <a:r>
              <a:rPr lang="fi-FI" dirty="0" err="1"/>
              <a:t>cpp</a:t>
            </a:r>
            <a:r>
              <a:rPr lang="fi-FI" dirty="0"/>
              <a:t> tiedostoon</a:t>
            </a:r>
          </a:p>
          <a:p>
            <a:pPr marL="857250" lvl="1" indent="-457200">
              <a:buFont typeface="+mj-lt"/>
              <a:buAutoNum type="arabicPeriod"/>
            </a:pPr>
            <a:r>
              <a:rPr lang="fi-FI" dirty="0"/>
              <a:t>Olioita (</a:t>
            </a:r>
            <a:r>
              <a:rPr lang="fi-FI" dirty="0" err="1"/>
              <a:t>object</a:t>
            </a:r>
            <a:r>
              <a:rPr lang="fi-FI" dirty="0"/>
              <a:t>) voidaan luoda sitten </a:t>
            </a:r>
            <a:r>
              <a:rPr lang="fi-FI" dirty="0" err="1"/>
              <a:t>esim</a:t>
            </a:r>
            <a:r>
              <a:rPr lang="fi-FI" dirty="0"/>
              <a:t> main.cpp tiedostosta luokasta.</a:t>
            </a:r>
          </a:p>
          <a:p>
            <a:pPr marL="857250" lvl="1" indent="-457200">
              <a:buFont typeface="+mj-lt"/>
              <a:buAutoNum type="arabicPeriod"/>
            </a:pPr>
            <a:r>
              <a:rPr lang="fi-FI" dirty="0"/>
              <a:t>UML-luokkakaavio (</a:t>
            </a:r>
            <a:r>
              <a:rPr lang="fi-FI" dirty="0" err="1"/>
              <a:t>class</a:t>
            </a:r>
            <a:r>
              <a:rPr lang="fi-FI" dirty="0"/>
              <a:t> </a:t>
            </a:r>
            <a:r>
              <a:rPr lang="fi-FI" dirty="0" err="1"/>
              <a:t>diagram</a:t>
            </a:r>
            <a:r>
              <a:rPr lang="fi-FI" dirty="0"/>
              <a:t>) kertoo 1) luokan nimen 2) luokan muuttujat ja 3) luokan metodit</a:t>
            </a:r>
          </a:p>
          <a:p>
            <a:pPr marL="857250" lvl="1" indent="-457200">
              <a:buFont typeface="+mj-lt"/>
              <a:buAutoNum type="arabicPeriod"/>
            </a:pPr>
            <a:r>
              <a:rPr lang="fi-FI" dirty="0"/>
              <a:t>UML-luokkakaaviosta näkee myös muuttujien ja metodien suojaukset:</a:t>
            </a:r>
          </a:p>
          <a:p>
            <a:pPr marL="800100" lvl="2" indent="0">
              <a:buNone/>
            </a:pPr>
            <a:r>
              <a:rPr lang="fi-FI" dirty="0"/>
              <a:t>+   = </a:t>
            </a:r>
            <a:r>
              <a:rPr lang="fi-FI" dirty="0" err="1"/>
              <a:t>public</a:t>
            </a:r>
            <a:endParaRPr lang="fi-FI" dirty="0"/>
          </a:p>
          <a:p>
            <a:pPr marL="1085850" lvl="2" indent="-285750">
              <a:buFontTx/>
              <a:buChar char="-"/>
            </a:pPr>
            <a:r>
              <a:rPr lang="fi-FI" dirty="0"/>
              <a:t>= </a:t>
            </a:r>
            <a:r>
              <a:rPr lang="fi-FI" dirty="0" err="1"/>
              <a:t>private</a:t>
            </a:r>
            <a:endParaRPr lang="fi-FI" dirty="0"/>
          </a:p>
          <a:p>
            <a:pPr marL="800100" lvl="2" indent="0">
              <a:buNone/>
            </a:pPr>
            <a:r>
              <a:rPr lang="fi-FI" dirty="0"/>
              <a:t>#   = </a:t>
            </a:r>
            <a:r>
              <a:rPr lang="fi-FI" dirty="0" err="1"/>
              <a:t>protected</a:t>
            </a:r>
            <a:endParaRPr lang="fi-FI" dirty="0"/>
          </a:p>
          <a:p>
            <a:pPr marL="1085850" lvl="2" indent="-285750">
              <a:buFontTx/>
              <a:buChar char="-"/>
            </a:pPr>
            <a:endParaRPr lang="fi-FI" dirty="0"/>
          </a:p>
          <a:p>
            <a:pPr marL="0" indent="0">
              <a:buNone/>
            </a:pPr>
            <a:r>
              <a:rPr lang="fi-FI" dirty="0"/>
              <a:t>2. Olio-ohjelmoinnin etuja: 1) </a:t>
            </a:r>
            <a:r>
              <a:rPr lang="fi-FI" dirty="0" err="1"/>
              <a:t>encapsulation</a:t>
            </a:r>
            <a:r>
              <a:rPr lang="fi-FI" dirty="0"/>
              <a:t>, 2) </a:t>
            </a:r>
            <a:r>
              <a:rPr lang="fi-FI" dirty="0" err="1"/>
              <a:t>abstraction</a:t>
            </a:r>
            <a:r>
              <a:rPr lang="fi-FI" dirty="0"/>
              <a:t>, 3) </a:t>
            </a:r>
            <a:r>
              <a:rPr lang="fi-FI" dirty="0" err="1"/>
              <a:t>inheritance</a:t>
            </a:r>
            <a:r>
              <a:rPr lang="fi-FI" dirty="0"/>
              <a:t> ja 4) </a:t>
            </a:r>
            <a:r>
              <a:rPr lang="fi-FI" dirty="0" err="1"/>
              <a:t>polymorphism</a:t>
            </a:r>
            <a:endParaRPr lang="fi-FI" dirty="0"/>
          </a:p>
          <a:p>
            <a:pPr marL="0" indent="0">
              <a:buNone/>
            </a:pPr>
            <a:endParaRPr lang="fi-FI" dirty="0"/>
          </a:p>
          <a:p>
            <a:pPr marL="0" indent="0">
              <a:buNone/>
            </a:pPr>
            <a:r>
              <a:rPr lang="fi-FI" dirty="0"/>
              <a:t>3. Uutena asiana: 1) perintä = </a:t>
            </a:r>
            <a:r>
              <a:rPr lang="fi-FI" dirty="0" err="1"/>
              <a:t>inheritance</a:t>
            </a:r>
            <a:r>
              <a:rPr lang="fi-FI" dirty="0"/>
              <a:t>, 2) virtuaaliset jäsenfunktiot =&gt; </a:t>
            </a:r>
            <a:r>
              <a:rPr lang="fi-FI" dirty="0" err="1"/>
              <a:t>polymorphism</a:t>
            </a:r>
            <a:r>
              <a:rPr lang="fi-FI" dirty="0"/>
              <a:t> ja 3) yhteyssuhteet ja näistä kaikista ohjelmaesimerkki </a:t>
            </a:r>
            <a:r>
              <a:rPr lang="fi-FI" dirty="0" err="1"/>
              <a:t>githubiin</a:t>
            </a:r>
            <a:r>
              <a:rPr lang="fi-FI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3730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Olio-ohjelmoinnin perusperiaatteita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b="1" dirty="0"/>
              <a:t>Periytyminen</a:t>
            </a:r>
            <a:r>
              <a:rPr lang="fi-FI" dirty="0"/>
              <a:t>: Luokka voi periä yhden tai useamman luokan ominaisuudet, toiminnallisuudet ja yhteydet</a:t>
            </a:r>
          </a:p>
          <a:p>
            <a:pPr lvl="1"/>
            <a:r>
              <a:rPr lang="fi-FI" dirty="0"/>
              <a:t>Yksinkertaista / moninkertaista riippuen periytettyjen luokkien määrästä</a:t>
            </a:r>
          </a:p>
          <a:p>
            <a:pPr lvl="1"/>
            <a:r>
              <a:rPr lang="fi-FI" dirty="0"/>
              <a:t>Perivään luokkaan voidaan lisätä uusia ominaisuuksia ja toiminnallisuuksia</a:t>
            </a:r>
          </a:p>
          <a:p>
            <a:pPr lvl="1"/>
            <a:r>
              <a:rPr lang="fi-FI" dirty="0"/>
              <a:t>Perivä luokka voi uudelleenmääritellä perittyjä toiminnallisuuksia</a:t>
            </a:r>
          </a:p>
          <a:p>
            <a:pPr lvl="1"/>
            <a:r>
              <a:rPr lang="fi-FI" dirty="0"/>
              <a:t>Perimisen tuloksena muodostuu luokkahierarkia</a:t>
            </a:r>
          </a:p>
          <a:p>
            <a:pPr lvl="1"/>
            <a:endParaRPr lang="fi-FI" dirty="0"/>
          </a:p>
          <a:p>
            <a:pPr marL="0" indent="0">
              <a:buNone/>
            </a:pPr>
            <a:endParaRPr lang="fi-FI" b="1" dirty="0"/>
          </a:p>
        </p:txBody>
      </p:sp>
      <p:pic>
        <p:nvPicPr>
          <p:cNvPr id="7171" name="Picture 3" descr="D:\Google Drive\Opetus\Olio-Ohjelmointi\Luentomateriaali\Osa 2\älypostilaatikko_oli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617" y="3618771"/>
            <a:ext cx="4598635" cy="127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D:\Google Drive\Opetus\Olio-Ohjelmointi\Luentomateriaali\Osa 2\älypostilaatikko_luokka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575" y="3429000"/>
            <a:ext cx="3219209" cy="2274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:\Users\Teemu\Desktop\Perintomittari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72" y="5077202"/>
            <a:ext cx="4570780" cy="1251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0989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Luokan jäsenten suojaukset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243" y="1291905"/>
            <a:ext cx="8304807" cy="4834259"/>
          </a:xfrm>
        </p:spPr>
        <p:txBody>
          <a:bodyPr/>
          <a:lstStyle/>
          <a:p>
            <a:r>
              <a:rPr lang="fi-FI" dirty="0"/>
              <a:t>Luokan jäsenet (funktiot ja muuttujat) voidaan suojata kolmella eri tavalla:</a:t>
            </a:r>
            <a:endParaRPr lang="fi-FI" b="1" dirty="0"/>
          </a:p>
          <a:p>
            <a:pPr marL="514350" indent="-457200">
              <a:buFont typeface="+mj-lt"/>
              <a:buAutoNum type="arabicPeriod"/>
            </a:pPr>
            <a:r>
              <a:rPr lang="fi-FI" b="1" dirty="0"/>
              <a:t>public: </a:t>
            </a:r>
            <a:r>
              <a:rPr lang="fi-FI" dirty="0"/>
              <a:t>Jäsenet ovat julkisia ja </a:t>
            </a:r>
            <a:br>
              <a:rPr lang="fi-FI" dirty="0"/>
            </a:br>
            <a:r>
              <a:rPr lang="fi-FI" dirty="0"/>
              <a:t>kenen tahansa käytettävissä</a:t>
            </a:r>
            <a:endParaRPr lang="fi-FI" b="1" dirty="0"/>
          </a:p>
          <a:p>
            <a:pPr marL="514350" indent="-457200">
              <a:buFont typeface="+mj-lt"/>
              <a:buAutoNum type="arabicPeriod"/>
            </a:pPr>
            <a:endParaRPr lang="fi-FI" b="1" dirty="0"/>
          </a:p>
          <a:p>
            <a:pPr marL="514350" indent="-457200">
              <a:buFont typeface="+mj-lt"/>
              <a:buAutoNum type="arabicPeriod"/>
            </a:pPr>
            <a:r>
              <a:rPr lang="fi-FI" b="1" dirty="0"/>
              <a:t>protected:</a:t>
            </a:r>
            <a:r>
              <a:rPr lang="fi-FI" dirty="0"/>
              <a:t> Jäsenet ovat käytössä </a:t>
            </a:r>
            <a:br>
              <a:rPr lang="fi-FI" dirty="0"/>
            </a:br>
            <a:r>
              <a:rPr lang="fi-FI" dirty="0"/>
              <a:t>sisäisesti sekä perivässä luokassa</a:t>
            </a:r>
          </a:p>
          <a:p>
            <a:pPr marL="514350" indent="-457200">
              <a:buFont typeface="+mj-lt"/>
              <a:buAutoNum type="arabicPeriod"/>
            </a:pPr>
            <a:endParaRPr lang="fi-FI" b="1" dirty="0"/>
          </a:p>
          <a:p>
            <a:pPr marL="514350" indent="-457200">
              <a:buFont typeface="+mj-lt"/>
              <a:buAutoNum type="arabicPeriod"/>
            </a:pPr>
            <a:r>
              <a:rPr lang="fi-FI" b="1" dirty="0"/>
              <a:t>private: </a:t>
            </a:r>
            <a:r>
              <a:rPr lang="fi-FI" dirty="0"/>
              <a:t>Jäsenet ovat käytössä vain </a:t>
            </a:r>
            <a:br>
              <a:rPr lang="fi-FI" dirty="0"/>
            </a:br>
            <a:r>
              <a:rPr lang="fi-FI" dirty="0"/>
              <a:t>sisäisesti, niitä ei peritä </a:t>
            </a:r>
            <a:endParaRPr lang="fi-FI" b="1" dirty="0"/>
          </a:p>
          <a:p>
            <a:pPr lvl="1"/>
            <a:endParaRPr lang="fi-FI" dirty="0"/>
          </a:p>
        </p:txBody>
      </p:sp>
      <p:pic>
        <p:nvPicPr>
          <p:cNvPr id="1026" name="Picture 2" descr="D:\Google Drive\Opetus\Olio-Ohjelmointi\Osat 5 ja 6\luokkakuv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110" y="2359104"/>
            <a:ext cx="3123474" cy="397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9250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Periytymisen suojaukset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243" y="1291905"/>
            <a:ext cx="8304807" cy="4834259"/>
          </a:xfrm>
        </p:spPr>
        <p:txBody>
          <a:bodyPr/>
          <a:lstStyle/>
          <a:p>
            <a:r>
              <a:rPr lang="fi-FI" dirty="0"/>
              <a:t>Luokka voidaan periä kolmella  eri tavalla:</a:t>
            </a:r>
            <a:endParaRPr lang="fi-FI" b="1" dirty="0"/>
          </a:p>
          <a:p>
            <a:pPr marL="57150" indent="0">
              <a:buNone/>
            </a:pPr>
            <a:r>
              <a:rPr lang="fi-FI" b="1" dirty="0"/>
              <a:t>Julkinen periytyminen (public): </a:t>
            </a:r>
          </a:p>
          <a:p>
            <a:pPr lvl="1">
              <a:buFontTx/>
              <a:buChar char="-"/>
            </a:pPr>
            <a:r>
              <a:rPr lang="fi-FI" dirty="0"/>
              <a:t>Perivä luokka (aliluokka) voi käyttää julkisia ja suojattuja jäseniä</a:t>
            </a:r>
            <a:endParaRPr lang="fi-FI" b="1" dirty="0"/>
          </a:p>
          <a:p>
            <a:pPr marL="57150" indent="0">
              <a:buNone/>
            </a:pPr>
            <a:r>
              <a:rPr lang="fi-FI" b="1" dirty="0"/>
              <a:t>Suojattu periytyminen (protected):</a:t>
            </a:r>
          </a:p>
          <a:p>
            <a:pPr lvl="1">
              <a:buFontTx/>
              <a:buChar char="-"/>
            </a:pPr>
            <a:r>
              <a:rPr lang="fi-FI" dirty="0"/>
              <a:t>Julkisista jäsenistä tulee aliluokan suojattuja (protected) jäseniä</a:t>
            </a:r>
            <a:endParaRPr lang="fi-FI" b="1" dirty="0"/>
          </a:p>
          <a:p>
            <a:pPr marL="57150" indent="0">
              <a:buNone/>
            </a:pPr>
            <a:r>
              <a:rPr lang="fi-FI" b="1" dirty="0"/>
              <a:t>Yksityinen periytyminen (private):</a:t>
            </a:r>
          </a:p>
          <a:p>
            <a:pPr lvl="1">
              <a:buFontTx/>
              <a:buChar char="-"/>
            </a:pPr>
            <a:r>
              <a:rPr lang="fi-FI" dirty="0"/>
              <a:t>Julkisista ja suojatuista jäsenistä</a:t>
            </a:r>
            <a:br>
              <a:rPr lang="fi-FI" dirty="0"/>
            </a:br>
            <a:r>
              <a:rPr lang="fi-FI" dirty="0"/>
              <a:t>tulee aliluokan yksityisiä (private) </a:t>
            </a:r>
            <a:br>
              <a:rPr lang="fi-FI" dirty="0"/>
            </a:br>
            <a:r>
              <a:rPr lang="fi-FI" dirty="0"/>
              <a:t>jäseniä</a:t>
            </a:r>
          </a:p>
          <a:p>
            <a:pPr lvl="1">
              <a:buFontTx/>
              <a:buChar char="-"/>
            </a:pPr>
            <a:endParaRPr lang="fi-FI" b="1" dirty="0"/>
          </a:p>
          <a:p>
            <a:r>
              <a:rPr lang="fi-FI" dirty="0"/>
              <a:t>Hox! perittävästä luokasta ei </a:t>
            </a:r>
            <a:br>
              <a:rPr lang="fi-FI" dirty="0"/>
            </a:br>
            <a:r>
              <a:rPr lang="fi-FI" dirty="0"/>
              <a:t>luoda oliota (ero koosteolioon)</a:t>
            </a:r>
          </a:p>
          <a:p>
            <a:endParaRPr lang="fi-FI" dirty="0"/>
          </a:p>
        </p:txBody>
      </p:sp>
      <p:pic>
        <p:nvPicPr>
          <p:cNvPr id="2050" name="Picture 2" descr="D:\Google Drive\Opetus\Olio-Ohjelmointi\Osat 5 ja 6\public_inheritanc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687" y="3852810"/>
            <a:ext cx="3845590" cy="2420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2530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Virtuaaliset jäsenfunktiot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243" y="1291905"/>
            <a:ext cx="8304807" cy="4834259"/>
          </a:xfrm>
        </p:spPr>
        <p:txBody>
          <a:bodyPr/>
          <a:lstStyle/>
          <a:p>
            <a:r>
              <a:rPr lang="fi-FI" dirty="0"/>
              <a:t>Idea: perivässä luokassa on oltava tälläinen funktio, mutta mahdollistaa toteutuksen omalla eri tavalla</a:t>
            </a:r>
          </a:p>
          <a:p>
            <a:pPr lvl="1"/>
            <a:r>
              <a:rPr lang="fi-FI" dirty="0"/>
              <a:t>Jos omaa toteutusta ei ole, käytetään perittävän luokan funktiota</a:t>
            </a:r>
          </a:p>
          <a:p>
            <a:pPr lvl="1"/>
            <a:r>
              <a:rPr lang="fi-FI" dirty="0"/>
              <a:t>(Dynaaminen muistinhallinta: jos virtuaalifunktioita käytetään, myös desktruktorin tulisi olla virtuaalinen) </a:t>
            </a:r>
          </a:p>
          <a:p>
            <a:endParaRPr lang="fi-FI" b="1" dirty="0"/>
          </a:p>
          <a:p>
            <a:endParaRPr lang="fi-FI" b="1" dirty="0"/>
          </a:p>
          <a:p>
            <a:endParaRPr lang="fi-FI" b="1" dirty="0"/>
          </a:p>
          <a:p>
            <a:endParaRPr lang="fi-FI" b="1" dirty="0"/>
          </a:p>
          <a:p>
            <a:endParaRPr lang="fi-FI" b="1" dirty="0"/>
          </a:p>
          <a:p>
            <a:endParaRPr lang="fi-FI" b="1" dirty="0"/>
          </a:p>
          <a:p>
            <a:endParaRPr lang="fi-FI" b="1" dirty="0"/>
          </a:p>
          <a:p>
            <a:endParaRPr lang="fi-FI" b="1" dirty="0"/>
          </a:p>
          <a:p>
            <a:endParaRPr lang="fi-FI" dirty="0"/>
          </a:p>
        </p:txBody>
      </p:sp>
      <p:pic>
        <p:nvPicPr>
          <p:cNvPr id="1027" name="Picture 3" descr="D:\Google Drive\Opetus\Olio-Ohjelmointi\Osat 5 ja 6\virtual function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87" y="3873357"/>
            <a:ext cx="4541178" cy="1824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:\Google Drive\Opetus\Olio-Ohjelmointi\Osat 5 ja 6\alyalypostilaatikk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1517" y="3511193"/>
            <a:ext cx="3571990" cy="2899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2719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Yhteyssuhteet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243" y="1291905"/>
            <a:ext cx="8304807" cy="4834259"/>
          </a:xfrm>
        </p:spPr>
        <p:txBody>
          <a:bodyPr/>
          <a:lstStyle/>
          <a:p>
            <a:r>
              <a:rPr lang="fi-FI" dirty="0"/>
              <a:t>Olioiden välillä sovellus- ja/tai tilannekohtaista yhteistyötä sovelluksen toimintalogiikan toteuttamiseksi</a:t>
            </a:r>
          </a:p>
          <a:p>
            <a:pPr lvl="1"/>
            <a:r>
              <a:rPr lang="fi-FI" dirty="0"/>
              <a:t>Voi olla yksi-, kaksi- tai monisuuntaista (1:N, N:1, N:M)</a:t>
            </a:r>
          </a:p>
          <a:p>
            <a:r>
              <a:rPr lang="fi-FI" dirty="0"/>
              <a:t>Yhteyssuhteet toteutetaan luokkien välille osoittimien tai viittausmuuttujien avulla</a:t>
            </a:r>
          </a:p>
          <a:p>
            <a:pPr lvl="1"/>
            <a:r>
              <a:rPr lang="fi-FI" dirty="0"/>
              <a:t>Kontruktorissa tai jäsenfunktioissa parametrinä osoitin/viittaus toiseen luokkaan</a:t>
            </a:r>
          </a:p>
          <a:p>
            <a:pPr lvl="1"/>
            <a:r>
              <a:rPr lang="fi-FI" dirty="0"/>
              <a:t>Ei omistussuhdetta kuten koosteoliossa (ei siis luoda oliota toisen jäsenenä!)</a:t>
            </a:r>
          </a:p>
          <a:p>
            <a:pPr lvl="1"/>
            <a:endParaRPr lang="fi-FI" dirty="0"/>
          </a:p>
          <a:p>
            <a:endParaRPr lang="fi-FI" b="1" dirty="0"/>
          </a:p>
          <a:p>
            <a:endParaRPr lang="fi-FI" b="1" dirty="0"/>
          </a:p>
          <a:p>
            <a:endParaRPr lang="fi-FI" b="1" dirty="0"/>
          </a:p>
          <a:p>
            <a:endParaRPr lang="fi-FI" b="1" dirty="0"/>
          </a:p>
          <a:p>
            <a:endParaRPr lang="fi-FI" b="1" dirty="0"/>
          </a:p>
          <a:p>
            <a:endParaRPr lang="fi-FI" b="1" dirty="0"/>
          </a:p>
          <a:p>
            <a:endParaRPr lang="fi-FI" b="1" dirty="0"/>
          </a:p>
          <a:p>
            <a:endParaRPr lang="fi-FI" dirty="0"/>
          </a:p>
        </p:txBody>
      </p:sp>
      <p:pic>
        <p:nvPicPr>
          <p:cNvPr id="2050" name="Picture 2" descr="D:\Google Drive\Opetus\Olio-Ohjelmointi\Osa 2\älypostilaatikko_oli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254" y="4629482"/>
            <a:ext cx="6342973" cy="176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2036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5A9D99E-E681-D24A-E5F3-FB2B6931B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91090"/>
            <a:ext cx="78866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Yhteyssuhteet…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4A0E76-09D1-6182-F843-E26E7FB8F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745" y="1863801"/>
            <a:ext cx="6530508" cy="444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355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1706</TotalTime>
  <Words>405</Words>
  <Application>Microsoft Office PowerPoint</Application>
  <PresentationFormat>On-screen Show (4:3)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Olio-ohjelmointi ja oliopohjainen suunnittelu  Osa 3: Periytyminen ja virtuaalifunktiot</vt:lpstr>
      <vt:lpstr>Asiat tänään…</vt:lpstr>
      <vt:lpstr>Olio-ohjelmoinnin perusperiaatteita </vt:lpstr>
      <vt:lpstr>Luokan jäsenten suojaukset</vt:lpstr>
      <vt:lpstr>Periytymisen suojaukset</vt:lpstr>
      <vt:lpstr>Virtuaaliset jäsenfunktiot</vt:lpstr>
      <vt:lpstr>Yhteyssuhteet</vt:lpstr>
      <vt:lpstr>Yhteyssuhteet…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Olio-ohjelmointi ja oliopohjainen suunnittelu (TVT21SPO)  Qt Creatorin asennus</dc:title>
  <dc:creator>Teemu</dc:creator>
  <cp:lastModifiedBy>Kari Jyrkkä</cp:lastModifiedBy>
  <cp:revision>126</cp:revision>
  <cp:lastPrinted>2022-01-11T07:00:13Z</cp:lastPrinted>
  <dcterms:created xsi:type="dcterms:W3CDTF">2022-01-07T10:18:50Z</dcterms:created>
  <dcterms:modified xsi:type="dcterms:W3CDTF">2023-01-23T13:38:55Z</dcterms:modified>
</cp:coreProperties>
</file>